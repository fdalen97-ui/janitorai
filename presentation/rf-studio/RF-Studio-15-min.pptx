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ÅPNING (30 sek). Si hvem du er og hvorfor du står her: eiendomsansvarlige har bedt om innblikk i utviklingsarbeidet i PFT. Lov publikum én ting: «Om 15 minutter vet du hva RF Studio er, hva det betyr for ditt bygg, og hvordan du får sagt din mening.»
Pedagogisk grep: Start med et løfte, ikke med organisasjonskart. Det setter forventning (Gagnés hendelse 1–2: fang oppmerksomhet, opplys om målet).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MÅL OG PLAN (1 min). Les de tre målene høyt. Si at planen til høyre er «skiltingen» – publikum skal alltid vite hvor vi er.
Pedagogisk grep: Eksplisitte læringsmål + tidsatt agenda (signposting) reduserer kognitiv belastning: tilhørerne slipper å lure på «hvor lenge varer dette» og kan bruke oppmerksomheten på innholdet.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HVORFOR – KROKEN (2 min). La tallene stå et øyeblikk. Still spørsmålet og be om håndsopprekning: «Hvem har opplevd dette den siste måneden?» Vent i 5 sekunder – stillhet er lov.
Poeng: Med 350 lokasjoner er det ikke mulig å lære av hverandre uten en felles arena. Det er hullet RF Studio skal fylle.
Pedagogisk grep: Aktiver forkunnskap (Gagnés hendelse 3) – publikum kobler det nye til egen erfaring før vi forklarer løsningen. Tall &gt; adjektiver.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UTFORDRINGENE (2 min). Én setning per kort – ikke les. Koble til det publikum sa i sted: «Dere nevnte X – det er et typisk eksempel på punkt 2.»
Pedagogisk grep: Problem før løsning. Hjernen husker svar bedre når den først har kjent på spørsmålet. Tre punkter – ikke fem – fordi arbeidsminnet er begrenset (chunking).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HVA ER RF STUDIO (2 min). Les definisjonen høyt én gang – dette er setningen publikum skal kunne gjengi (læringsmål 1). Så de tre verbene: utforske, utvikle, dele.
FYLL INN før bruk: hva RF står for, etableringsår, organisatorisk plassering. Juster definisjonen så den stemmer med RF Studios eget mandat.
Pedagogisk grep: Én definisjon + tre verb. Verb er lettere å huske enn substantiv, og de svarer på «hva gjør dere egentlig?».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PROSESSEN (2–3 min). Gå gjennom stegene med et ekte eksempel i bakhodet. Understrek steg 3: «Vi tester i ekte lokaler – kanskje i ditt.» Pek på den stiplede pilen: dette er en sløyfe, ikke en linje.
Pedagogisk grep: Prosessvisualisering (dual coding – bilde + ord) og nummerering. Fremhevet steg 3 fordi det er der eiendomsansvarlige møter arbeidet i praksis.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EKSEMPEL (2–3 min). Fortell det som en historie: situasjonen, hva dere gjorde, hva som skjedde. Ett tall er nok («fra 6 uker til 2»). Avslutt med hva som nå er tilgjengelig for alle.
FYLL INN: et ekte case fra RF Studio. Bruk gjerne et der en eiendomsansvarlig var med – navngi vedkommende (med samtykke).
Pedagogisk grep: Konkret eksempel etter abstrakt prosess (konkret–abstrakt-veksling). Før/etter-formatet gjør effekten synlig, og historier huskes bedre enn punktlister.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DEG (2 min). Dette er svaret på «hva har jeg igjen for det?» – den viktigste sliden for at budskapet skal bli husket. Snakk direkte: «du», ikke «eiendomsansvarlige».
Pedagogisk grep: WIIFM («what's in it for me») – relevans er den sterkeste driveren for motivasjon (ARCS: Relevance). Oransje ikoner markerer skiftet fra «oss» til «deg».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BIDRA (1,5 min). Tre helt konkrete handlinger – si hva som er det første steget for hver. Tidslinjen viser at dette skjer nå, ikke «en gang».
FYLL INN: kanal for innmelding, lenke til det som finnes, og fire milepæler.
Pedagogisk grep: Handling med lav terskel. En oppfordring uten konkret første steg blir ikke fulgt opp.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OPPSUMMERING (1 min). Speil læringsmålene fra slide 2 – én til én. Spør: «Kan sidemannen din forklare RF Studio med én setning? Prøv.» (20 sekunder). Så: «Da har vi holdt løftet.»
Pedagogisk grep: Repetisjon i ny form + lukking av sløyfen mål → sjekk (Gagnés hendelse 8–9: vurder og styrk overføring). Tre punkter som speiler de tre målene gir en tydelig «ferdig»-følelse.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AVSLUTNING. Ta spørsmål. Hvis det blir stille: still ett selv («Det jeg oftest får spørsmål om er …»). Avslutt med å gjenta det ene konkrete steget: meld inn ett behov denne uken.
FYLL INN: kontaktinformasjon og lenke. Send slidene til deltakerne etterpå – oppsummeringsslidene fungerer som huskelapp.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D3750"/>
          </a:solidFill>
          <a:ln w="12700">
            <a:solidFill>
              <a:srgbClr val="1D37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548640"/>
            <a:ext cx="2926080" cy="2926080"/>
          </a:xfrm>
          <a:prstGeom prst="ellipse">
            <a:avLst/>
          </a:prstGeom>
          <a:solidFill>
            <a:srgbClr val="3F6E93"/>
          </a:solidFill>
          <a:ln w="12700">
            <a:solidFill>
              <a:srgbClr val="3F6E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PFT EIENDOM  ·  UTVIKLINGSARBEID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Studio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46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Utviklingsarbeidet i PFT Eiendom – kort fortalt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eiendomsansvarlige  ·  15 minutter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[Dato]</a:t>
            </a:r>
            <a:pPr indent="0" marL="0">
              <a:buNone/>
            </a:pPr>
            <a:r>
              <a:rPr lang="en-US" sz="1400" dirty="0">
                <a:solidFill>
                  <a:srgbClr val="A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[Navn på presentatør, RF Studio]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Etter 15 minutter kan du …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OG PLAN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17419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600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forklare hva RF Studio er – med én setning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566928" cy="566928"/>
          </a:xfrm>
          <a:prstGeom prst="ellipse">
            <a:avLst/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7020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5603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peke på hva utviklingsarbeidet betyr for dine bygg og din hverdag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40080" y="3520440"/>
            <a:ext cx="566928" cy="566928"/>
          </a:xfrm>
          <a:prstGeom prst="ellipse">
            <a:avLst/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6621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204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hvordan du melder inn behov og bidrar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Læringsmålene er lovnaden vår – vi sjekker dem på slutten.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949440" y="1417320"/>
            <a:ext cx="4602175" cy="420624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2694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269480" y="214731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269480" y="21473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205740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utviklingsarbeid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0225735" y="205740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269480" y="271119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269480" y="27111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7818120" y="262128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er RF Studio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0225735" y="262128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7269480" y="327507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269480" y="32750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818120" y="318516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Slik jobber vi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10225735" y="318516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269480" y="383895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269480" y="38389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7818120" y="374904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 eksempel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10225735" y="374904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7269480" y="440283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7269480" y="4402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7818120" y="431292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betyr det for deg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0225735" y="431292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269480" y="4966716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269480" y="4966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5"/>
          <p:cNvSpPr txBox="1"/>
          <p:nvPr/>
        </p:nvSpPr>
        <p:spPr>
          <a:xfrm>
            <a:off x="7818120" y="4876800"/>
            <a:ext cx="240761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Oppsummering og spørsmål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10225735" y="4876800"/>
            <a:ext cx="1005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Politiets lokaler i tall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780 000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7180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m² i porteføljen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68698" y="173736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368698" y="297180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lokasjoner over hele landet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97317" y="1737360"/>
            <a:ext cx="34542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rgbClr val="E0A5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097317" y="2971800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samfunnsoppdrag som lokalene skal støtte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1D3750"/>
          </a:solidFill>
          <a:ln w="12700">
            <a:solidFill>
              <a:srgbClr val="1D37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Spørsmål til salen: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70916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Hvor ofte løser du et problem lokalt som du mistenker at noen andre allerede har løst et annet sted?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06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PFT Eiendom (eiendomsyrker.no). Verifiser tallene før bruk.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utfordringer vi vil løse sammen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Ulik praksis fra sted til sted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 behov løses på 350 ulike måter. Det koster tid, og kvaliteten varierer.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8698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43018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Løsninger blir i siloer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43018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Gode grep i ett distrikt når sjelden ut til de andre. Læringen forsvinner med prosjektet.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97317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71637" y="182880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19888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1637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Behov endrer seg raskere enn bygg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71637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arbeidsformer, sikkerhetskrav og teknologi krever at vi kan prøve ut ting – uten å bygge om alt.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49834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Verifiser: </a:t>
            </a:r>
            <a:pPr indent="0" marL="0">
              <a:buNone/>
            </a:pPr>
            <a:r>
              <a:rPr lang="en-US" sz="1100" i="1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bytt ut med utfordringene RF Studio faktisk er satt til å jobbe med, gjerne med ett konkret eksempel per punkt.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er RF Studio?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146304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Studio er PFT Eiendoms utviklingsmiljø for politiets lokaler: der ideer og behov testes i liten skala før de blir felles løsninger for hele porteføljen.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97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står for </a:t>
            </a:r>
            <a:pPr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[fyll inn]</a:t>
            </a:r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Etablert </a:t>
            </a:r>
            <a:pPr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[år]</a:t>
            </a:r>
            <a:pPr indent="0" marL="0">
              <a:buNone/>
            </a:pPr>
            <a:r>
              <a:rPr lang="en-US" sz="12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Del av </a:t>
            </a:r>
            <a:pPr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[seksjon/avdeling]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454298" cy="260604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7472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363474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914400" y="42519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Utforske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80060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Samle behov og ideer fra eiendomsansvarlige, brukere og drift. Forstå problemet først.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368698" y="3200400"/>
            <a:ext cx="3454298" cy="260604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3018" y="347472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363474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643018" y="42519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Utvikle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43018" y="480060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 prototyper og pilotløsninger som kan prøves i ekte lokaler – raskt og rimelig.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097317" y="3200400"/>
            <a:ext cx="3454298" cy="2606040"/>
          </a:xfrm>
          <a:prstGeom prst="roundRect">
            <a:avLst>
              <a:gd name="adj" fmla="val 4211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71637" y="347472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3634740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371637" y="42519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71637" y="4800600"/>
            <a:ext cx="29056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Gjøre det som virker til felles standarder, veiledere og verktøy for alle 350 lokasjoner.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 behov til felles løsning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HVORDAN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2419274" cy="3017520"/>
          </a:xfrm>
          <a:prstGeom prst="roundRect">
            <a:avLst>
              <a:gd name="adj" fmla="val 45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4954" y="192024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4974" y="208026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14400" y="2743200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Behov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3246120"/>
            <a:ext cx="18706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Eiendomsansvarlige og brukere melder inn. Vi sorterer etter hvor mange det gjelder.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123362" y="3017520"/>
            <a:ext cx="292608" cy="36576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70834" y="1737360"/>
            <a:ext cx="2419274" cy="3017520"/>
          </a:xfrm>
          <a:prstGeom prst="roundRect">
            <a:avLst>
              <a:gd name="adj" fmla="val 45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45154" y="196596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5154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975708" y="192024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28" y="208026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745154" y="2743200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3745154" y="3246120"/>
            <a:ext cx="18706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enkel første versjon – skisse, mock-up eller testrom. Billig å endre.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54116" y="3017520"/>
            <a:ext cx="292608" cy="36576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01588" y="1737360"/>
            <a:ext cx="2419274" cy="3017520"/>
          </a:xfrm>
          <a:prstGeom prst="roundRect">
            <a:avLst>
              <a:gd name="adj" fmla="val 4536"/>
            </a:avLst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75908" y="196596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575908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7806461" y="192024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481" y="208026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75908" y="2743200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 ekte lokaler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575908" y="3246120"/>
            <a:ext cx="18706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på 1–3 lokasjoner sammen med dem som skal bruke det. Vi måler og justerer.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784869" y="3017520"/>
            <a:ext cx="292608" cy="36576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32341" y="1737360"/>
            <a:ext cx="2419274" cy="3017520"/>
          </a:xfrm>
          <a:prstGeom prst="roundRect">
            <a:avLst>
              <a:gd name="adj" fmla="val 4536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406661" y="1965960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406661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10637215" y="192024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7235" y="2080260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406661" y="2743200"/>
            <a:ext cx="18706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Skalering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9406661" y="3246120"/>
            <a:ext cx="187063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som virker blir standard, veileder eller verktøy for hele porteføljen.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1097280" y="5120640"/>
            <a:ext cx="9997135" cy="0"/>
          </a:xfrm>
          <a:prstGeom prst="line">
            <a:avLst/>
          </a:prstGeom>
          <a:noFill/>
          <a:ln w="19050">
            <a:solidFill>
              <a:srgbClr val="3F6E93"/>
            </a:solidFill>
            <a:prstDash val="dash"/>
            <a:headEnd type="triangle"/>
          </a:ln>
        </p:spPr>
      </p:sp>
      <p:sp>
        <p:nvSpPr>
          <p:cNvPr id="38" name="Text 32"/>
          <p:cNvSpPr txBox="1"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Læring går tilbake til start: det vi finner i piloten endrer neste behov og neste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Eksempel: fra behov til løsning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272888" cy="356616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48840"/>
            <a:ext cx="46328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[Hva var problemet?]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[Hvem opplevde det, og hvor ofte?]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[Hva kostet det i tid, kroner eller kvalitet?]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1508760"/>
            <a:ext cx="5272888" cy="3566160"/>
          </a:xfrm>
          <a:prstGeom prst="roundRect">
            <a:avLst>
              <a:gd name="adj" fmla="val 3077"/>
            </a:avLst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8768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148840"/>
            <a:ext cx="46328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[Hva prøvde vi ut – og hvor?]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[Hva ble resultatet? Bruk ett tall.]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[Hva er nå tilgjengelig for alle lokasjoner?]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9544" y="3063240"/>
            <a:ext cx="292608" cy="457200"/>
          </a:xfrm>
          <a:prstGeom prst="rightArrow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5257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 inn ett bilde fra piloten hvis dere har – et bilde av et ekte rom slår all tekst.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betyr dette for deg?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288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Færre hjul å finne opp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Løsninger som er testet et annet sted kommer til deg som ferdig veileder eller standard – ikke som et nytt prosjekt.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68698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19888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43018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Én kanal for behov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43018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du melder inn blir sett i sammenheng med resten av landet. Gjelder det mange, blir det prioritert.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97317" y="1554480"/>
            <a:ext cx="3454298" cy="310896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71637" y="1828800"/>
            <a:ext cx="640080" cy="6400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19888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1637" y="260604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Innsikt før endring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71637" y="3154680"/>
            <a:ext cx="29056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får vite hva som testes og hva som kommer – før det treffer dine bygg og brukere.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Kort sagt: mindre alenearbeid, mer felles læring.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Slik kan du bidra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VEIEN VIDERE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8973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5146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Meld inn et behov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6324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[kanal: e-post / skjema / Teams-kanal]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68698" y="14630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43018" y="173736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038" y="18973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43018" y="25146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Tilby ditt bygg som pilot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43018" y="306324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trenger ekte lokaler og ekte brukere. Si fra hvis du vil være tidlig ute.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97317" y="1463040"/>
            <a:ext cx="3454298" cy="2377440"/>
          </a:xfrm>
          <a:prstGeom prst="roundRect">
            <a:avLst>
              <a:gd name="adj" fmla="val 4615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71637" y="173736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657" y="18973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1637" y="251460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Bruk det som finnes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71637" y="3063240"/>
            <a:ext cx="29056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[lenke til veiledere / standarder / intranett]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05840" y="4892040"/>
            <a:ext cx="10180015" cy="0"/>
          </a:xfrm>
          <a:prstGeom prst="line">
            <a:avLst/>
          </a:prstGeom>
          <a:noFill/>
          <a:ln w="25400">
            <a:solidFill>
              <a:srgbClr val="3F6E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05256" y="4791456"/>
            <a:ext cx="201168" cy="20116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-182880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[Måned: milepæl]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298594" y="4791456"/>
            <a:ext cx="201168" cy="20116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210458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[Måned: milepæl]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7691933" y="4791456"/>
            <a:ext cx="201168" cy="20116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603797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[Måned: milepæl]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11085271" y="4791456"/>
            <a:ext cx="201168" cy="20116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997135" y="5120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[Måned: milepæl]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NESTE 6 MÅNEDENE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5340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ting å ta med deg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174175" y="5669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OPPSUMMERING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892808"/>
            <a:ext cx="420624" cy="420624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554480" y="178308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9431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468880" y="1691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RF Studio er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169164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PFT Eiendoms utviklingsmiljø: ideer testes i liten skala før de blir felles løsninger.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172968"/>
            <a:ext cx="420624" cy="420624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554480" y="306324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322326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468880" y="2971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det betyr for deg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297180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Færre lokale særløsninger, én kanal for behov, og innsikt før endringer treffer dine bygg.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4114800"/>
            <a:ext cx="10911535" cy="1097280"/>
          </a:xfrm>
          <a:prstGeom prst="roundRect">
            <a:avLst>
              <a:gd name="adj" fmla="val 10000"/>
            </a:avLst>
          </a:prstGeom>
          <a:solidFill>
            <a:srgbClr val="EAF0F5"/>
          </a:solidFill>
          <a:ln w="12700">
            <a:solidFill>
              <a:srgbClr val="EAF0F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14400" y="4453128"/>
            <a:ext cx="420624" cy="420624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14400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1554480" y="4343400"/>
            <a:ext cx="640080" cy="640080"/>
          </a:xfrm>
          <a:prstGeom prst="ellipse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450342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2468880" y="4251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 du kan gjøre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5943600" y="425196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 inn ett behov denne uken – eller tilby bygget ditt som pilot.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var løftet fra starten – sjekk selv: kan du forklare RF Studio med én setning?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926080"/>
            <a:ext cx="5943600" cy="5943600"/>
          </a:xfrm>
          <a:prstGeom prst="ellipse">
            <a:avLst/>
          </a:prstGeom>
          <a:solidFill>
            <a:srgbClr val="1D3750"/>
          </a:solidFill>
          <a:ln w="12700">
            <a:solidFill>
              <a:srgbClr val="1D37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Spørsmål?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dere lurer på nå, er det neste eiendomsansvarlig også lurer på. Ingen spørsmål er for små.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6858000" cy="1737360"/>
          </a:xfrm>
          <a:prstGeom prst="roundRect">
            <a:avLst>
              <a:gd name="adj" fmla="val 6316"/>
            </a:avLst>
          </a:prstGeom>
          <a:solidFill>
            <a:srgbClr val="1D3750"/>
          </a:solidFill>
          <a:ln w="12700">
            <a:solidFill>
              <a:srgbClr val="1D37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3434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[Navn, RF Studio]</a:t>
            </a:r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[e-post]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A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[telefon]</a:t>
            </a:r>
            <a:pPr indent="0" marL="0">
              <a:spcAft>
                <a:spcPts val="400"/>
              </a:spcAft>
              <a:buNone/>
            </a:pP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3F6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[Lenke til mer informasjon / intranett]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Studio  ·  PFT Eiendom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45433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 Studio – 15 minutter for eiendomsansvarlige</dc:title>
  <dc:subject>PptxGenJS Presentation</dc:subject>
  <dc:creator>RF Studio · PFT Eiendom</dc:creator>
  <cp:lastModifiedBy>RF Studio · PFT Eiendom</cp:lastModifiedBy>
  <cp:revision>1</cp:revision>
  <dcterms:created xsi:type="dcterms:W3CDTF">2026-09-03T09:10:15Z</dcterms:created>
  <dcterms:modified xsi:type="dcterms:W3CDTF">2026-09-03T09:10:15Z</dcterms:modified>
</cp:coreProperties>
</file>